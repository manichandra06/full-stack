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1" r:id="rId3"/>
    <p:sldId id="272" r:id="rId4"/>
    <p:sldId id="259" r:id="rId5"/>
    <p:sldId id="273" r:id="rId6"/>
    <p:sldId id="274" r:id="rId7"/>
    <p:sldId id="275" r:id="rId8"/>
    <p:sldId id="276" r:id="rId9"/>
    <p:sldId id="277" r:id="rId10"/>
    <p:sldId id="266" r:id="rId11"/>
    <p:sldId id="279" r:id="rId12"/>
    <p:sldId id="267" r:id="rId13"/>
    <p:sldId id="268" r:id="rId14"/>
    <p:sldId id="278"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53" autoAdjust="0"/>
    <p:restoredTop sz="94622" autoAdjust="0"/>
  </p:normalViewPr>
  <p:slideViewPr>
    <p:cSldViewPr>
      <p:cViewPr varScale="1">
        <p:scale>
          <a:sx n="52" d="100"/>
          <a:sy n="52" d="100"/>
        </p:scale>
        <p:origin x="715"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 </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92835" y="5854393"/>
            <a:ext cx="15784162"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React JS based Web application for Ticket Booking</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err="1">
                <a:latin typeface="Cambria" panose="02040503050406030204" pitchFamily="18" charset="0"/>
                <a:ea typeface="Cambria" panose="02040503050406030204" pitchFamily="18" charset="0"/>
                <a:cs typeface="Times New Roman" panose="02020603050405020304" pitchFamily="18" charset="0"/>
              </a:rPr>
              <a:t>T.Manichandra</a:t>
            </a:r>
            <a:r>
              <a:rPr lang="en-US" sz="3000" dirty="0">
                <a:latin typeface="Cambria" panose="02040503050406030204" pitchFamily="18" charset="0"/>
                <a:ea typeface="Cambria" panose="02040503050406030204" pitchFamily="18" charset="0"/>
                <a:cs typeface="Times New Roman" panose="02020603050405020304" pitchFamily="18" charset="0"/>
              </a:rPr>
              <a:t> – VTU25876 – 23UECS0893</a:t>
            </a:r>
            <a:endParaRPr lang="en-IN"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9 –  Sustainable Development Goal</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simplifies ticket booking and provides instant confirmation with reduced errors.</a:t>
            </a:r>
          </a:p>
          <a:p>
            <a:endParaRPr lang="en-US" sz="2800" b="1" dirty="0"/>
          </a:p>
          <a:p>
            <a:r>
              <a:rPr lang="en-US" sz="2800" b="1" dirty="0">
                <a:solidFill>
                  <a:srgbClr val="0033CC"/>
                </a:solidFill>
              </a:rPr>
              <a:t>Real-world relevance:</a:t>
            </a:r>
          </a:p>
          <a:p>
            <a:endParaRPr lang="en-US" sz="2800" dirty="0"/>
          </a:p>
          <a:p>
            <a:r>
              <a:rPr lang="en-US" sz="2800" dirty="0"/>
              <a:t>Useful for managing departmental events like technical fests, seminars, and workshops.</a:t>
            </a:r>
          </a:p>
          <a:p>
            <a:endParaRPr lang="en-US" sz="2800" dirty="0"/>
          </a:p>
          <a:p>
            <a:r>
              <a:rPr lang="en-US" sz="2800" b="1" dirty="0">
                <a:solidFill>
                  <a:srgbClr val="0033CC"/>
                </a:solidFill>
              </a:rPr>
              <a:t>Brief overview of the system:</a:t>
            </a:r>
          </a:p>
          <a:p>
            <a:endParaRPr lang="en-US" sz="2800" dirty="0"/>
          </a:p>
          <a:p>
            <a:r>
              <a:rPr lang="en-US" sz="2800" dirty="0"/>
              <a:t>Useful for managing departmental events like technical fests, seminars, and workshops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and generate reports efficiently. Therefore, there is a need for a secure, reliable, and fully automated ticket booking system that allows users to book tickets easily, provides real-time updates, and enables administrators to manage events effectively. Such a system improves accuracy, saves time, and enhances the overall event management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2001253" y="3695032"/>
            <a:ext cx="160701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React JS-based web application for managing event ticket booking in a single platform.</a:t>
            </a:r>
          </a:p>
          <a:p>
            <a:pPr lvl="1"/>
            <a:endParaRPr lang="en-US" sz="2800" dirty="0"/>
          </a:p>
          <a:p>
            <a:pPr marL="457200" indent="-457200">
              <a:buFontTx/>
              <a:buChar char="-"/>
            </a:pPr>
            <a:r>
              <a:rPr lang="en-US" sz="2800" dirty="0"/>
              <a:t>2. It allows users to register, view events, and book tickets.</a:t>
            </a:r>
          </a:p>
          <a:p>
            <a:pPr marL="457200" indent="-457200">
              <a:buFontTx/>
              <a:buChar char="-"/>
            </a:pPr>
            <a:endParaRPr lang="en-US" sz="2800" dirty="0"/>
          </a:p>
          <a:p>
            <a:pPr marL="457200" indent="-457200">
              <a:buFontTx/>
              <a:buChar char="-"/>
            </a:pPr>
            <a:r>
              <a:rPr lang="en-US" sz="2800" dirty="0"/>
              <a:t>3. Admin can create and manage events.</a:t>
            </a:r>
          </a:p>
          <a:p>
            <a:pPr marL="457200" indent="-457200">
              <a:buFontTx/>
              <a:buChar char="-"/>
            </a:pPr>
            <a:endParaRPr lang="en-US" sz="2800" dirty="0"/>
          </a:p>
          <a:p>
            <a:pPr marL="457200" indent="-457200">
              <a:buFontTx/>
              <a:buChar char="-"/>
            </a:pPr>
            <a:r>
              <a:rPr lang="en-US" sz="2800" dirty="0"/>
              <a:t>4. It provides real-time ticket availability and instant booking confirmation.</a:t>
            </a:r>
          </a:p>
          <a:p>
            <a:pPr marL="457200" indent="-457200">
              <a:buFontTx/>
              <a:buChar char="-"/>
            </a:pPr>
            <a:endParaRPr lang="en-US" sz="2800" dirty="0"/>
          </a:p>
          <a:p>
            <a:pPr marL="457200" indent="-457200">
              <a:buFontTx/>
              <a:buChar char="-"/>
            </a:pPr>
            <a:r>
              <a:rPr lang="en-US" sz="2800" dirty="0"/>
              <a:t>5. The system stores booking details securely and generates reports.</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avoids mistakes in Money calculation.</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4" name="Picture 33">
            <a:extLst>
              <a:ext uri="{FF2B5EF4-FFF2-40B4-BE49-F238E27FC236}">
                <a16:creationId xmlns:a16="http://schemas.microsoft.com/office/drawing/2014/main" id="{F748329B-CA33-CD43-C064-33406BC74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9896" y="1741461"/>
            <a:ext cx="14611350" cy="76350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7" name="Picture 6">
            <a:extLst>
              <a:ext uri="{FF2B5EF4-FFF2-40B4-BE49-F238E27FC236}">
                <a16:creationId xmlns:a16="http://schemas.microsoft.com/office/drawing/2014/main" id="{A80D2735-027B-7DC4-9E59-67D99BD0A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1952" y="1638300"/>
            <a:ext cx="14807347" cy="7429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r>
              <a:rPr lang="en-US" sz="2800" dirty="0"/>
              <a:t>4.React JS</a:t>
            </a:r>
          </a:p>
          <a:p>
            <a:endParaRPr lang="en-US" sz="2800" dirty="0"/>
          </a:p>
          <a:p>
            <a:r>
              <a:rPr lang="en-US" sz="2800" dirty="0">
                <a:solidFill>
                  <a:srgbClr val="0033CC"/>
                </a:solidFill>
              </a:rPr>
              <a:t>Backend:</a:t>
            </a:r>
          </a:p>
          <a:p>
            <a:endParaRPr lang="en-US" sz="2800" dirty="0">
              <a:solidFill>
                <a:srgbClr val="0033CC"/>
              </a:solidFill>
            </a:endParaRPr>
          </a:p>
          <a:p>
            <a:r>
              <a:rPr lang="en-US" sz="2800" dirty="0"/>
              <a:t>1.Node </a:t>
            </a:r>
            <a:r>
              <a:rPr lang="en-US" sz="2800" dirty="0" err="1"/>
              <a:t>Js</a:t>
            </a:r>
            <a:endParaRPr lang="en-US" sz="2800" dirty="0"/>
          </a:p>
          <a:p>
            <a:endParaRPr lang="en-US" sz="2800" dirty="0"/>
          </a:p>
          <a:p>
            <a:r>
              <a:rPr lang="en-US" sz="2800" dirty="0">
                <a:solidFill>
                  <a:srgbClr val="0033CC"/>
                </a:solidFill>
              </a:rPr>
              <a:t> Data Base / Tools:</a:t>
            </a:r>
          </a:p>
          <a:p>
            <a:endParaRPr lang="en-US" sz="2800" dirty="0"/>
          </a:p>
          <a:p>
            <a:r>
              <a:rPr lang="en-US" sz="2800" dirty="0"/>
              <a:t>1.Firebase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and profile management with secure authentication.</a:t>
            </a:r>
            <a:endParaRPr lang="en-IN" sz="2800" dirty="0"/>
          </a:p>
          <a:p>
            <a:endParaRPr lang="en-IN" sz="2800" dirty="0"/>
          </a:p>
          <a:p>
            <a:r>
              <a:rPr lang="en-IN" sz="2800" b="1" dirty="0"/>
              <a:t>Module 2: Quiz Management</a:t>
            </a:r>
          </a:p>
          <a:p>
            <a:r>
              <a:rPr lang="en-US" sz="2800" dirty="0"/>
              <a:t>Allows admin to create, update, and delete events and manage event details.</a:t>
            </a:r>
            <a:endParaRPr lang="en-IN" sz="2800" dirty="0"/>
          </a:p>
          <a:p>
            <a:endParaRPr lang="en-IN" sz="2800" dirty="0"/>
          </a:p>
          <a:p>
            <a:r>
              <a:rPr lang="en-IN" sz="2800" b="1" dirty="0"/>
              <a:t>Module 3: Ticket Booking</a:t>
            </a:r>
          </a:p>
          <a:p>
            <a:r>
              <a:rPr lang="en-US" sz="2800" dirty="0"/>
              <a:t>Enables users to view events, select tickets, and complete the booking process.</a:t>
            </a:r>
            <a:endParaRPr lang="en-IN" sz="2800" dirty="0"/>
          </a:p>
          <a:p>
            <a:endParaRPr lang="en-IN" sz="2800" dirty="0"/>
          </a:p>
          <a:p>
            <a:r>
              <a:rPr lang="en-IN" sz="2800" b="1" dirty="0"/>
              <a:t>Module 4: Booking Confirmation</a:t>
            </a:r>
          </a:p>
          <a:p>
            <a:r>
              <a:rPr lang="en-US" sz="2800" dirty="0"/>
              <a:t>Generates booking confirmation and allows users to download or receive tickets.</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40DAAC4-147E-667D-C3AF-A6C9721840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7400" y="1371600"/>
            <a:ext cx="14935200" cy="7543800"/>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8" name="Picture 37">
            <a:extLst>
              <a:ext uri="{FF2B5EF4-FFF2-40B4-BE49-F238E27FC236}">
                <a16:creationId xmlns:a16="http://schemas.microsoft.com/office/drawing/2014/main" id="{1E36EE1C-AE09-DA3F-BD55-B0DBF651DE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0047" y="1638300"/>
            <a:ext cx="15884553" cy="7782522"/>
          </a:xfrm>
          <a:prstGeom prst="rect">
            <a:avLst/>
          </a:prstGeom>
        </p:spPr>
      </p:pic>
    </p:spTree>
    <p:extLst>
      <p:ext uri="{BB962C8B-B14F-4D97-AF65-F5344CB8AC3E}">
        <p14:creationId xmlns:p14="http://schemas.microsoft.com/office/powerpoint/2010/main" val="281151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469147B3-0029-DF36-7D69-E0A865C8EA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0048" y="2247901"/>
            <a:ext cx="7365160" cy="6248398"/>
          </a:xfrm>
          <a:prstGeom prst="rect">
            <a:avLst/>
          </a:prstGeom>
        </p:spPr>
      </p:pic>
      <p:pic>
        <p:nvPicPr>
          <p:cNvPr id="6" name="Picture 5">
            <a:extLst>
              <a:ext uri="{FF2B5EF4-FFF2-40B4-BE49-F238E27FC236}">
                <a16:creationId xmlns:a16="http://schemas.microsoft.com/office/drawing/2014/main" id="{C7EA93D5-427E-5482-2F00-A2AC4B40F0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25000" y="2247901"/>
            <a:ext cx="8240328" cy="6248399"/>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81126BF3-6FF0-7FB6-668D-AA4A545E06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6756" y="1950970"/>
            <a:ext cx="14960870" cy="6697730"/>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27919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 Real-time ticket availability and instant confirmation.</a:t>
            </a:r>
          </a:p>
          <a:p>
            <a:r>
              <a:rPr lang="en-US" sz="2800" dirty="0"/>
              <a:t>3. Easy access and user-friendly interface.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 Initial setup and development complexity.</a:t>
            </a:r>
          </a:p>
          <a:p>
            <a:r>
              <a:rPr lang="en-US" sz="2800" dirty="0"/>
              <a:t>2.Internet Dependency(Stable Internet connection is Required).</a:t>
            </a:r>
          </a:p>
          <a:p>
            <a:r>
              <a:rPr lang="en-US" sz="2800" dirty="0"/>
              <a:t>3.Security and Malpractice Issues.</a:t>
            </a:r>
          </a:p>
          <a:p>
            <a:r>
              <a:rPr lang="en-US" sz="2800" dirty="0"/>
              <a:t>4. Depends on system/server availability.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268761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679</TotalTime>
  <Words>770</Words>
  <Application>Microsoft Office PowerPoint</Application>
  <PresentationFormat>Custom</PresentationFormat>
  <Paragraphs>329</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Times New Roman</vt:lpstr>
      <vt:lpstr>Bookman Old Style</vt:lpstr>
      <vt:lpstr>Calibri</vt:lpstr>
      <vt:lpstr>Wingdings</vt:lpstr>
      <vt:lpstr>Cambria</vt:lpstr>
      <vt:lpstr>Gotham</vt:lpstr>
      <vt:lpstr>Arial</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HARSHA A</cp:lastModifiedBy>
  <cp:revision>28</cp:revision>
  <dcterms:created xsi:type="dcterms:W3CDTF">2006-08-16T00:00:00Z</dcterms:created>
  <dcterms:modified xsi:type="dcterms:W3CDTF">2026-05-05T16:48:16Z</dcterms:modified>
  <dc:identifier>DAHCaYqJ9OU</dc:identifier>
</cp:coreProperties>
</file>