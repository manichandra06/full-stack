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22" autoAdjust="0"/>
  </p:normalViewPr>
  <p:slideViewPr>
    <p:cSldViewPr>
      <p:cViewPr varScale="1">
        <p:scale>
          <a:sx n="60" d="100"/>
          <a:sy n="60" d="100"/>
        </p:scale>
        <p:origin x="149"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2</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T. </a:t>
            </a:r>
            <a:r>
              <a:rPr lang="en-US" sz="3000" dirty="0" err="1">
                <a:latin typeface="Cambria" panose="02040503050406030204" pitchFamily="18" charset="0"/>
                <a:ea typeface="Cambria" panose="02040503050406030204" pitchFamily="18" charset="0"/>
                <a:cs typeface="Times New Roman" panose="02020603050405020304" pitchFamily="18" charset="0"/>
              </a:rPr>
              <a:t>Manichandra</a:t>
            </a:r>
            <a:r>
              <a:rPr lang="en-US" sz="3000" dirty="0">
                <a:latin typeface="Cambria" panose="02040503050406030204" pitchFamily="18" charset="0"/>
                <a:ea typeface="Cambria" panose="02040503050406030204" pitchFamily="18" charset="0"/>
                <a:cs typeface="Times New Roman" panose="02020603050405020304" pitchFamily="18" charset="0"/>
              </a:rPr>
              <a:t> 25876 – 23UECS0893</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4 –  Quality Education</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a:extLst>
              <a:ext uri="{FF2B5EF4-FFF2-40B4-BE49-F238E27FC236}">
                <a16:creationId xmlns:a16="http://schemas.microsoft.com/office/drawing/2014/main" id="{F748329B-CA33-CD43-C064-33406BC74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BA06572-7BED-C9D9-5E12-58B137B592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1146935"/>
            <a:ext cx="12039601" cy="8846403"/>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C4ECA530-F169-DF7E-657C-19A13232E7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5509" y="1790700"/>
            <a:ext cx="13217811" cy="8153400"/>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2E0FB33-EFEB-5C3C-1662-79760BAC03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4200" y="1409398"/>
            <a:ext cx="11734801" cy="8804116"/>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6916F6F0-02ED-D033-8008-3CD2463C74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8778" y="1485900"/>
            <a:ext cx="13014622" cy="8299217"/>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662</TotalTime>
  <Words>771</Words>
  <Application>Microsoft Office PowerPoint</Application>
  <PresentationFormat>Custom</PresentationFormat>
  <Paragraphs>320</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Bookman Old Style</vt:lpstr>
      <vt:lpstr>Gotham Bold Italics</vt:lpstr>
      <vt:lpstr>Times New Roman</vt:lpstr>
      <vt:lpstr>Wingdings</vt:lpstr>
      <vt:lpstr>Calibri</vt:lpstr>
      <vt:lpstr>Cambria</vt:lpstr>
      <vt:lpstr>Arial</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BALAJI MADALA</cp:lastModifiedBy>
  <cp:revision>25</cp:revision>
  <dcterms:created xsi:type="dcterms:W3CDTF">2006-08-16T00:00:00Z</dcterms:created>
  <dcterms:modified xsi:type="dcterms:W3CDTF">2026-04-20T03:48:53Z</dcterms:modified>
  <dc:identifier>DAHCaYqJ9OU</dc:identifier>
</cp:coreProperties>
</file>